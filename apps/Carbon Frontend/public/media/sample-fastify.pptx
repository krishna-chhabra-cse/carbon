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fastify: Fast and low overhead web framework, for Node.js.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for throughput: Designed around low overhead so a server spends its time on your code, not the framework.
Everything is a plugin: Routes, hooks and decorators are encapsulated plugins you can compose and share.
Validate + serialize fast: JSON Schema validates input and compiles output serializers for speed.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Lifecycle hooks wrap every request, and schemas make validation and serialization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Fastify({ logger: true }) — Create an app with logging
app.get(path, handler) — Declare a route
app.register(plugin) — Add an encapsulated plugin
app.listen({ port }) — Start the server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76K+ req/s (per the README)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started: npm i fastify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E05A"/>
          </a:solidFill>
          <a:ln w="12700">
            <a:solidFill>
              <a:srgbClr val="F1E0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1E0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 DECK · MADE WITH CARBON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0" y="6355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made with carbons.codes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20116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fastify</a:t>
            </a:r>
            <a:endParaRPr lang="en-US" sz="8000" dirty="0"/>
          </a:p>
        </p:txBody>
      </p:sp>
      <p:sp>
        <p:nvSpPr>
          <p:cNvPr id="7" name="Shape 4"/>
          <p:cNvSpPr/>
          <p:nvPr/>
        </p:nvSpPr>
        <p:spPr>
          <a:xfrm>
            <a:off x="685800" y="3611880"/>
            <a:ext cx="2194560" cy="45720"/>
          </a:xfrm>
          <a:prstGeom prst="rect">
            <a:avLst/>
          </a:prstGeom>
          <a:solidFill>
            <a:srgbClr val="F1E05A"/>
          </a:solidFill>
          <a:ln w="12700">
            <a:solidFill>
              <a:srgbClr val="F1E05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8404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and low overhead web framework, for Node.js.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40080" y="5760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E0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github.com/fastify/fastify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E05A"/>
          </a:solidFill>
          <a:ln w="12700">
            <a:solidFill>
              <a:srgbClr val="F1E0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1E0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0" y="6355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made with carbons.codes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developers pick it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640080" y="2011680"/>
            <a:ext cx="3474720" cy="3474720"/>
          </a:xfrm>
          <a:prstGeom prst="rect">
            <a:avLst/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2011680"/>
            <a:ext cx="3474720" cy="54864"/>
          </a:xfrm>
          <a:prstGeom prst="rect">
            <a:avLst/>
          </a:prstGeom>
          <a:solidFill>
            <a:srgbClr val="F1E05A"/>
          </a:solidFill>
          <a:ln w="12700">
            <a:solidFill>
              <a:srgbClr val="F1E0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2286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E0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27889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throughput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14400" y="365760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around low overhead so a server spends its time on your code, not the framework.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89120" y="2011680"/>
            <a:ext cx="3474720" cy="3474720"/>
          </a:xfrm>
          <a:prstGeom prst="rect">
            <a:avLst/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89120" y="2011680"/>
            <a:ext cx="3474720" cy="54864"/>
          </a:xfrm>
          <a:prstGeom prst="rect">
            <a:avLst/>
          </a:prstGeom>
          <a:solidFill>
            <a:srgbClr val="F1E05A"/>
          </a:solidFill>
          <a:ln w="12700">
            <a:solidFill>
              <a:srgbClr val="F1E0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63440" y="2286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E0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663440" y="27889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a plugin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663440" y="365760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Routes, hooks and decorators are encapsulated plugins you can compose and share.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138160" y="2011680"/>
            <a:ext cx="3474720" cy="3474720"/>
          </a:xfrm>
          <a:prstGeom prst="rect">
            <a:avLst/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138160" y="2011680"/>
            <a:ext cx="3474720" cy="54864"/>
          </a:xfrm>
          <a:prstGeom prst="rect">
            <a:avLst/>
          </a:prstGeom>
          <a:solidFill>
            <a:srgbClr val="F1E05A"/>
          </a:solidFill>
          <a:ln w="12700">
            <a:solidFill>
              <a:srgbClr val="F1E0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12480" y="2286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E0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412480" y="27889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+ serialize fast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412480" y="365760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Schema validates input and compiles output serializers for speed.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E05A"/>
          </a:solidFill>
          <a:ln w="12700">
            <a:solidFill>
              <a:srgbClr val="F1E0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1E0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0" y="6355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made with carbons.codes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640080" y="2468880"/>
            <a:ext cx="2411730" cy="1920240"/>
          </a:xfrm>
          <a:prstGeom prst="rect">
            <a:avLst/>
          </a:prstGeom>
          <a:solidFill>
            <a:srgbClr val="121212"/>
          </a:solidFill>
          <a:ln w="19050">
            <a:solidFill>
              <a:srgbClr val="F1E05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2606040"/>
            <a:ext cx="213741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E0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246120"/>
            <a:ext cx="213741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Incoming HTTP request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097530" y="3429000"/>
            <a:ext cx="320040" cy="0"/>
          </a:xfrm>
          <a:prstGeom prst="line">
            <a:avLst/>
          </a:prstGeom>
          <a:noFill/>
          <a:ln w="25400">
            <a:solidFill>
              <a:srgbClr val="F1E05A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463290" y="2468880"/>
            <a:ext cx="2411730" cy="1920240"/>
          </a:xfrm>
          <a:prstGeom prst="rect">
            <a:avLst/>
          </a:prstGeom>
          <a:solidFill>
            <a:srgbClr val="121212"/>
          </a:solidFill>
          <a:ln w="19050">
            <a:solidFill>
              <a:srgbClr val="2A2A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00450" y="2606040"/>
            <a:ext cx="213741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600450" y="3246120"/>
            <a:ext cx="213741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hooks wrap every request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920740" y="3429000"/>
            <a:ext cx="320040" cy="0"/>
          </a:xfrm>
          <a:prstGeom prst="line">
            <a:avLst/>
          </a:prstGeom>
          <a:noFill/>
          <a:ln w="25400">
            <a:solidFill>
              <a:srgbClr val="F1E05A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286500" y="2468880"/>
            <a:ext cx="2411730" cy="1920240"/>
          </a:xfrm>
          <a:prstGeom prst="rect">
            <a:avLst/>
          </a:prstGeom>
          <a:solidFill>
            <a:srgbClr val="121212"/>
          </a:solidFill>
          <a:ln w="19050">
            <a:solidFill>
              <a:srgbClr val="2A2A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23660" y="2606040"/>
            <a:ext cx="213741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23660" y="3246120"/>
            <a:ext cx="213741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route code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743950" y="3429000"/>
            <a:ext cx="320040" cy="0"/>
          </a:xfrm>
          <a:prstGeom prst="line">
            <a:avLst/>
          </a:prstGeom>
          <a:noFill/>
          <a:ln w="25400">
            <a:solidFill>
              <a:srgbClr val="F1E05A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9109710" y="2468880"/>
            <a:ext cx="2411730" cy="1920240"/>
          </a:xfrm>
          <a:prstGeom prst="rect">
            <a:avLst/>
          </a:prstGeom>
          <a:solidFill>
            <a:srgbClr val="121212"/>
          </a:solidFill>
          <a:ln w="19050">
            <a:solidFill>
              <a:srgbClr val="2A2A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46870" y="2606040"/>
            <a:ext cx="213741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Serializer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246870" y="3246120"/>
            <a:ext cx="213741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Schema-compiled JSON output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0080" y="48463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hooks wrap every request, and schemas make validation and serialization fast.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E05A"/>
          </a:solidFill>
          <a:ln w="12700">
            <a:solidFill>
              <a:srgbClr val="F1E0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1E0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QUICKSTART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0" y="6355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made with carbons.codes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in one glance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10881360" cy="566928"/>
          </a:xfrm>
          <a:prstGeom prst="rect">
            <a:avLst/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82880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E0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Fastify({ logger: true })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035040" y="1828800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 app with logging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514600"/>
            <a:ext cx="10881360" cy="566928"/>
          </a:xfrm>
          <a:prstGeom prst="rect">
            <a:avLst/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51460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E0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app.get(path, handler)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035040" y="2514600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 a route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" y="3200400"/>
            <a:ext cx="10881360" cy="566928"/>
          </a:xfrm>
          <a:prstGeom prst="rect">
            <a:avLst/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320040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E0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app.register(plugin)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035040" y="3200400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 encapsulated plugin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3886200"/>
            <a:ext cx="10881360" cy="566928"/>
          </a:xfrm>
          <a:prstGeom prst="rect">
            <a:avLst/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388620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E0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app.listen({ port })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035040" y="3886200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the server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E05A"/>
          </a:solidFill>
          <a:ln w="12700">
            <a:solidFill>
              <a:srgbClr val="F1E0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1E0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 THE NUMBERS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0" y="6355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made with carbons.codes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4008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1E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76K+</a:t>
            </a:r>
            <a:endParaRPr lang="en-US" sz="6600" dirty="0"/>
          </a:p>
        </p:txBody>
      </p:sp>
      <p:sp>
        <p:nvSpPr>
          <p:cNvPr id="8" name="Shape 5"/>
          <p:cNvSpPr/>
          <p:nvPr/>
        </p:nvSpPr>
        <p:spPr>
          <a:xfrm>
            <a:off x="685800" y="3931920"/>
            <a:ext cx="1371600" cy="36576"/>
          </a:xfrm>
          <a:prstGeom prst="rect">
            <a:avLst/>
          </a:prstGeom>
          <a:solidFill>
            <a:srgbClr val="F1E05A"/>
          </a:solidFill>
          <a:ln w="12700">
            <a:solidFill>
              <a:srgbClr val="F1E0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069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req/s (per the README)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deck made with Carbon from github.com/fastify/fastify.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E05A"/>
          </a:solidFill>
          <a:ln w="12700">
            <a:solidFill>
              <a:srgbClr val="F1E0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1E0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STARTED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0" y="6355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made with carbons.codes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building.</a:t>
            </a:r>
            <a:endParaRPr lang="en-US" sz="6000" dirty="0"/>
          </a:p>
        </p:txBody>
      </p:sp>
      <p:sp>
        <p:nvSpPr>
          <p:cNvPr id="7" name="Shape 4"/>
          <p:cNvSpPr/>
          <p:nvPr/>
        </p:nvSpPr>
        <p:spPr>
          <a:xfrm>
            <a:off x="640080" y="3383280"/>
            <a:ext cx="7315200" cy="822960"/>
          </a:xfrm>
          <a:prstGeom prst="rect">
            <a:avLst/>
          </a:prstGeom>
          <a:solidFill>
            <a:srgbClr val="121212"/>
          </a:solidFill>
          <a:ln w="19050">
            <a:solidFill>
              <a:srgbClr val="F1E05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8328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i fastify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4572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1E0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github.com/fastify/fastify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Made with Carbon · carbons.codes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fastify — launch deck</dc:title>
  <dc:subject>PptxGenJS Presentation</dc:subject>
  <dc:creator>PptxGenJS</dc:creator>
  <cp:lastModifiedBy>PptxGenJS</cp:lastModifiedBy>
  <cp:revision>1</cp:revision>
  <dcterms:created xsi:type="dcterms:W3CDTF">2026-10-16T11:24:53Z</dcterms:created>
  <dcterms:modified xsi:type="dcterms:W3CDTF">2026-10-16T11:24:53Z</dcterms:modified>
</cp:coreProperties>
</file>